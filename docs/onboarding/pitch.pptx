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TITLE-SLIDE IMAGE:
Drop a Valkyrie-helm image at:
  docs/onboarding/assets/helm.png
The `![bg right:40% w:80%]` directive puts it on the right 40% of the slide.
If no image is present, Marp silently omits it and you're left with the
🛡 emoji + headline — still readable.
Stock options to grab one (manual download):
  - unsplash.com   (search "viking helmet", "valkyrie")
  - pexels.com     (free, no attribution required)
  - flaticon.com   (icon-style — search "viking helm")
Or generate with any image model and save as helm.png.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🛡 Valkyrie</dc:title>
  <dc:subject>PptxGenJS Presentation</dc:subject>
  <dc:creator>Created by Marp</dc:creator>
  <cp:lastModifiedBy>Created by Marp</cp:lastModifiedBy>
  <cp:revision>1</cp:revision>
  <dcterms:created xsi:type="dcterms:W3CDTF">2026-05-14T03:30:09Z</dcterms:created>
  <dcterms:modified xsi:type="dcterms:W3CDTF">2026-05-14T03:30:09Z</dcterms:modified>
</cp:coreProperties>
</file>